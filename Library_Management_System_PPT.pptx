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Library Management System in 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PPT based on the provided C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Program manages books using structure</a:t>
            </a:r>
          </a:p>
          <a:p>
            <a:r>
              <a:t>• Supports add, display, search, delete operations</a:t>
            </a:r>
          </a:p>
          <a:p>
            <a:r>
              <a:t>• Uses array of structures and menu-driven approach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 Book {</a:t>
            </a:r>
          </a:p>
          <a:p>
            <a:r>
              <a:t>   int id;</a:t>
            </a:r>
          </a:p>
          <a:p>
            <a:r>
              <a:t>   char title[50];</a:t>
            </a:r>
          </a:p>
          <a:p>
            <a:r>
              <a:t>   char author[50];</a:t>
            </a:r>
          </a:p>
          <a:p>
            <a:r>
              <a:t>   float price;</a:t>
            </a:r>
          </a:p>
          <a:p>
            <a:r>
              <a:t>};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 Book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Takes input for ID, title, author, price</a:t>
            </a:r>
          </a:p>
          <a:p>
            <a:r>
              <a:t>• Stores book into array</a:t>
            </a:r>
          </a:p>
          <a:p>
            <a:r>
              <a:t>• Increases count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Display 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Prints all stored books</a:t>
            </a:r>
          </a:p>
          <a:p>
            <a:r>
              <a:t>• Shows ID, title, author, price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 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Searches book by ID</a:t>
            </a:r>
          </a:p>
          <a:p>
            <a:r>
              <a:t>• Displays details if found</a:t>
            </a:r>
          </a:p>
          <a:p>
            <a:r>
              <a:t>• Shows 'not found' message otherwise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Delete 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Deletes book by ID</a:t>
            </a:r>
          </a:p>
          <a:p>
            <a:r>
              <a:t>• Shifts array elements left</a:t>
            </a:r>
          </a:p>
          <a:p>
            <a:r>
              <a:t>• Decrements count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Simple Library Management System in C</a:t>
            </a:r>
          </a:p>
          <a:p>
            <a:r>
              <a:t>• Demonstrates use of structures</a:t>
            </a:r>
          </a:p>
          <a:p>
            <a:r>
              <a:t>• Menu-driven program for user interaction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